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ICLR 2026 技术线索推荐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方向：世界模型 (World Models)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F0"/>
                </a:solidFill>
              </a:defRPr>
            </a:pPr>
            <a:r>
              <a:t>面向大模型技术专家与领导层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Test-Time Mixture of World Models for Embodied Agents in Dynamic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Jinwoo Jang, Minjong Yoo, Sihyung Yoon, Honguk Woo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Sungkyunkwan University (成均馆大学, 韩国)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具身智能、世界模型、自适应学习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arxiv.org/abs/2601.22647</a:t>
            </a:r>
            <a:br/>
            <a:r>
              <a:t>github.com/doldam0/tmow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Mixture-of-Experts for Vision Tasks (CVPR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Adaptive Embodied Agents (NeurIPS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Dynamic World Models (ICML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Test-Time Adaptation Methods (ICLR 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Continual Learning for Robotics (CoRL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Transformer World Models (NeurIPS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提出TMoW框架，将MoE扩展到具身智能体。支持测试时动态更新路由函数，实现：(1)多粒度原型路由；(2)测试时精炼；(3)蒸馏混合增强。在VirtualHome、ALFWorld、RLBench上验证了强大的零样本适应能力，比SayCanPay提升27.21%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788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pic>
        <p:nvPicPr>
          <p:cNvPr id="25" name="Picture 24" descr="tmow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108960"/>
            <a:ext cx="7315200" cy="3646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动态环境下的具身智能应用合作（家庭机器人、仓储物流）</a:t>
            </a:r>
            <a:br/>
            <a:r>
              <a:t>② 与国内机器人企业合作，将TMoW应用于实际场景</a:t>
            </a:r>
            <a:br/>
            <a:r>
              <a:t>③ 探索在大模型决策系统中的集成应用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Cross-Embodiment Offline RL for Heterogeneous Robot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Haruki Abe, Takayuki Osa, Yusuke Mukuta, Tatsuya Harada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跨具身学习、离线强化学习、机器人控制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arxiv.org/abs/2602.18025</a:t>
            </a:r>
            <a:br/>
            <a:r>
              <a:t>openreview.net/forum?id=GrsoLVNy3Y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Offline RL for Robotics (CoRL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Imitation Learning with Visual Perturbations (ICRA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Multi-Embodiment Transfer (NeurIPS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Robot Learning from Demonstrations (ICML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Visual Reinforcement Learning (CVPR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Domain Adaptation for Robotics (IROS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解决跨具身离线RL中如何利用形态各异的机器人数据学习通用控制先验的问题。提出基于形态相似性的分组策略，减少机器人间的梯度冲突，从异构次优轨迹中提取通用控制知识。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788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pic>
        <p:nvPicPr>
          <p:cNvPr id="25" name="Picture 24" descr="cross_embodiment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108960"/>
            <a:ext cx="7315200" cy="711096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与国内机器人厂商合作，利用真实产线数据训练</a:t>
            </a:r>
            <a:br/>
            <a:r>
              <a:t>② 探索在工业机器人、服务机器人中的应用</a:t>
            </a:r>
            <a:br/>
            <a:r>
              <a:t>③ 研究跨具身迁移学习的理论边界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R2-Dreamer: Redundancy-Reduced World Models without Decoders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Naoki Morihira, Yasuhiro Kato, Akinobu Hayashi, Tatsuya Harada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世界模型、模型强化学习、表征学习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openreview.net (ICLR 2026)</a:t>
            </a:r>
            <a:br/>
            <a:r>
              <a:t>RIKEN AIP 官方论文列表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DreamerV3: Mastering Diverse Domains (Nature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Efficient World Models (ICML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Latent Dynamics Learning (NeurIPS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Model-Based RL for Control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Recurrent State Space Models (ICLR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Visual World Models (CVPR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提出无需解码器或数据增强的冗余减少世界模型。消除了对解码器的依赖，避免昂贵的数据增强，在计算效率和性能上取得显著改进，为世界模型的实际部署提供更轻量方案。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788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108960"/>
            <a:ext cx="7589520" cy="14630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与自动驾驶公司合作，探索实时决策应用</a:t>
            </a:r>
            <a:br/>
            <a:r>
              <a:t>② 研究在边缘设备上的部署方案</a:t>
            </a:r>
            <a:br/>
            <a:r>
              <a:t>③ 探索与大型视觉-语言模型的结合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Efficient RL by Guiding World Models with Non-Curated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RIKEN AIP / University of Tokyo 研究团队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离线到在线RL、世界模型、样本效率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openreview.net/forum?id=oBXfPyi47m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Offline-to-Online RL (ICML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World Model Pretraining (NeurIPS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Sample-Efficient RL (ICLR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Visual RL Benchmarks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Experience Replay Methods (ICML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Model-Based Offline RL (NeurIPS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利用非策划数据（无奖励、质量混杂、跨具身）提升在线RL样本效率。提出经验回放和执行引导两种技术，在72个视觉运动任务上达到从头学习基线近两倍的聚合得分。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788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108960"/>
            <a:ext cx="7589520" cy="14630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利用企业海量无标注视频数据训练世界模型</a:t>
            </a:r>
            <a:br/>
            <a:r>
              <a:t>② 探索在游戏AI、仿真训练中的应用</a:t>
            </a:r>
            <a:br/>
            <a:r>
              <a:t>③ 研究如何低成本获取大规模预训练数据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ICPRL: Acquiring Physical Intuition from Interactive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/ RIKEN AIP 研究团队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物理推理、视觉-语言模型、具身智能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openreview.net/forum?id=2Qh9YhuElD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Physical Reasoning Benchmarks (NeurIPS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VLM for Decision Making (ICLR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In-Context RL (ICML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Embodied AI with LLMs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Physics-Informed Neural Networks (NeurIPS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World Models for Planning (ICML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让视觉-语言模型从交互控制中获取物理直觉。采用GRPO方法训练视觉策略模型，结合世界模型提供显式物理推理，通过PUCT搜索选择最优动作，显著提升物理推理能力。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788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108960"/>
            <a:ext cx="7589520" cy="14630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与物理仿真平台合作，构建更多物理推理基准</a:t>
            </a:r>
            <a:br/>
            <a:r>
              <a:t>② 探索在科学发现、工程仿真中的应用</a:t>
            </a:r>
            <a:br/>
            <a:r>
              <a:t>③ 研究物理直觉与常识推理的结合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