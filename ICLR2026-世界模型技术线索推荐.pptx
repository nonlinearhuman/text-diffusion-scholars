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ICLR 2026 技术线索推荐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方向：世界模型 (World Models)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C8F0"/>
                </a:solidFill>
              </a:defRPr>
            </a:pPr>
            <a:r>
              <a:t>面向大模型技术专家与领导层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Test-Time Mixture of World Models for Embodied Agents in Dynamic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Jinwoo Jang, Minjong Yoo, Sihyung Yoon, Honguk Woo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Sungkyunkwan University (成均馆大学, 韩国)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具身智能、世界模型、自适应学习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arxiv.org/abs/2601.22647</a:t>
            </a:r>
            <a:br/>
            <a:r>
              <a:t>github.com/doldam0/tmow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Mixture-of-Experts for Vision Tasks (CVPR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Adaptive Embodied Agents (NeurIPS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Dynamic World Models (ICML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Test-Time Adaptation Methods (ICLR 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Continual Learning for Robotics (CoRL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Transformer World Models (NeurIPS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提出TMoW框架，将Mixture-of-Experts范式扩展到具身智能体。不同于传统MoE的固定路由，TMoW支持测试时动态更新路由函数，实现：(1)多粒度原型路由，从物体级到场景级自适应混合；(2)测试时精炼，使未见域特征与原型对齐；(3)蒸馏混合增强，从少量数据构建新模型。在VirtualHome、ALFWorld、RLBench上验证了强大的零样本适应和少样本扩展能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92608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291840"/>
            <a:ext cx="7589520" cy="164592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3840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架构图展示：多世界模型专家 → 多粒度原型路由器 → 测试时精炼模块 → 动态混合输出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动态环境下的具身智能应用合作，如家庭机器人、仓储物流</a:t>
            </a:r>
            <a:br/>
            <a:r>
              <a:t>② 与国内机器人企业合作，将TMoW应用于实际场景</a:t>
            </a:r>
            <a:br/>
            <a:r>
              <a:t>③ 探索在大模型决策系统中的集成应用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Cross-Embodiment Offline Reinforcement Learning for Heterogeneous Robot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Haruki Abe, Takayuki Osa, Yusuke Mukuta, Tatsuya Harada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(东京大学)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跨具身学习、离线强化学习、机器人控制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arxiv.org/abs/2602.18025</a:t>
            </a:r>
            <a:br/>
            <a:r>
              <a:t>openreview.net/forum?id=GrsoLVNy3Y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Offline RL for Robotics (CoRL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Imitation Learning with Visual Perturbations (ICRA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Multi-Embodiment Transfer (NeurIPS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Robot Learning from Demonstrations (ICML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Visual Reinforcement Learning (CVPR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Domain Adaptation for Robotics (IROS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解决跨具身离线RL中的核心挑战：如何利用形态各异的机器人数据学习通用控制先验。提出兼容性分组方法，识别可以共享知识的机器人群体，同时避免不兼容数据带来的负面影响。该方法能够从异构、次优的机器人轨迹中提取通用控制知识，为具身智能的规模化训练提供新路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92608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291840"/>
            <a:ext cx="7589520" cy="164592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3840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跨具身学习框架：异构机器人数据 → 兼容性分析 → 分组训练 → 通用控制策略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与国内机器人厂商合作，利用真实产线数据训练</a:t>
            </a:r>
            <a:br/>
            <a:r>
              <a:t>② 探索在工业机器人、服务机器人中的应用</a:t>
            </a:r>
            <a:br/>
            <a:r>
              <a:t>③ 研究跨具身迁移学习的理论边界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R2-Dreamer: Redundancy-Reduced World Models without Decoders or Augmentation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Naoki Morihira, Yasuhiro Kato, Akinobu Hayashi, Tatsuya Harada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(东京大学)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世界模型、模型强化学习、表征学习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openreview.net (ICLR 2026)</a:t>
            </a:r>
            <a:br/>
            <a:r>
              <a:t>RIKEN AIP 官方论文列表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DreamerV3: Mastering Diverse Domains (Nature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Efficient World Models (ICML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Latent Dynamics Learning (NeurIPS 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Model-Based RL for Control (CoRL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Recurrent State Space Models (ICLR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Visual World Models (CVPR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提出R2-Dreamer，一种无需解码器或数据增强的冗余减少世界模型。传统世界模型（如Dreamer系列）依赖图像重建来学习表征，R2-Dreamer通过新的表征学习方法，消除了对解码器的依赖，同时避免了昂贵的数据增强。该方法在计算效率和性能上取得了显著改进，为世界模型的实际部署提供了更轻量的方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92608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291840"/>
            <a:ext cx="7589520" cy="164592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3840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R2-Dreamer架构：编码器 → 潜在动力学模型 → 策略网络（无解码器分支）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与自动驾驶公司合作，探索实时决策应用</a:t>
            </a:r>
            <a:br/>
            <a:r>
              <a:t>② 研究在边缘设备上的部署方案</a:t>
            </a:r>
            <a:br/>
            <a:r>
              <a:t>③ 探索与大型视觉-语言模型的结合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Efficient Reinforcement Learning by Guiding World Models with Non-Curated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RIKEN AIP / University of Tokyo 研究团队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(东京大学)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离线到在线RL、世界模型、样本效率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openreview.net/forum?id=oBXfPyi47m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Offline-to-Online RL (ICML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World Model Pretraining (NeurIPS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Sample-Efficient RL (ICLR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Visual RL Benchmarks (CoRL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Experience Replay Methods (ICML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Model-Based Offline RL (NeurIPS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提出利用非策划数据（无奖励、质量混杂、跨具身）来提升在线RL样本效率的方法。发现直接微调世界模型会因分布偏移而失败，提出两种关键技术：(1)经验回放，缓解分布偏移；(2)执行引导，利用世界模型指导策略执行。在72个视觉运动任务上，有限样本预算下达到从头学习基线近两倍的聚合得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92608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291840"/>
            <a:ext cx="7589520" cy="164592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3840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方法框架：非策划离线数据 → 世界模型预训练 → 经验回放+执行引导 → 在线微调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利用企业海量无标注视频数据训练世界模型</a:t>
            </a:r>
            <a:br/>
            <a:r>
              <a:t>② 探索在游戏AI、仿真训练中的应用</a:t>
            </a:r>
            <a:br/>
            <a:r>
              <a:t>③ 研究如何低成本获取大规模预训练数据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ICPRL: Acquiring Physical Intuition from Interactive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47472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👤 核心作者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/ RIKEN AIP 研究团队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🎓 所属机构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University of Tokyo (东京大学) / RIKEN AIP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🔬 研究方向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物理推理、视觉-语言模型、具身智能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429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🔗 论文链接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90E2"/>
                </a:solidFill>
              </a:defRPr>
            </a:pPr>
            <a:r>
              <a:t>openreview.net/forum?id=2Qh9YhuElD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C72"/>
                </a:solidFill>
              </a:defRPr>
            </a:pPr>
            <a:r>
              <a:t>📚 近期代表作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Physical Reasoning Benchmarks (NeurIPS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82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VLM for Decision Making (ICLR 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38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In-Context RL (ICML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Embodied AI with LLMs (CoRL 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0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Physics-Informed Neural Networks (NeurIPS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06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• World Models for Planning (ICML 2024)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1097280"/>
            <a:ext cx="7955279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12344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💡 核心创新点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7589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23232"/>
                </a:solidFill>
              </a:defRPr>
            </a:pPr>
            <a:r>
              <a:t>提出ICPRL框架，让视觉-语言模型从交互控制中获取物理直觉。采用GRPO方法训练视觉策略模型，使其能够根据历史轨迹在线适应策略。结合世界模型提供显式物理推理，通过PUCT搜索选择最优动作。在DeepPHY物理推理基准上显著提升性能，并能泛化到未见过的物理环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92608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📊 方法示意图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291840"/>
            <a:ext cx="7589520" cy="164592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3840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ICPRL架构：VLM策略 → 历史轨迹编码 → 世界模型预测 → PUCT搜索 → 动作选择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749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🤝 合作交流建议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4068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23232"/>
                </a:solidFill>
              </a:defRPr>
            </a:pPr>
            <a:r>
              <a:t>① 与物理仿真平台合作，构建更多物理推理基准</a:t>
            </a:r>
            <a:br/>
            <a:r>
              <a:t>② 探索在科学发现、工程仿真中的应用</a:t>
            </a:r>
            <a:br/>
            <a:r>
              <a:t>③ 研究物理直觉与常识推理的结合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