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0"/>
            <a:ext cx="8424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0F4F8"/>
                </a:solidFill>
              </a:defRPr>
            </a:pPr>
            <a:r>
              <a:t>AAAI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232000"/>
            <a:ext cx="8424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技术线索推荐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2808000"/>
            <a:ext cx="842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方向：Agent &amp; 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140000"/>
            <a:ext cx="842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面向大模型技术专家与领导层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>
                    <a:lumMod val="40000"/>
                    <a:lumOff val="60000"/>
                  </a:srgbClr>
                </a:solidFill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936000"/>
            <a:ext cx="1008000" cy="1260000"/>
          </a:xfrm>
          <a:prstGeom prst="rect">
            <a:avLst/>
          </a:prstGeom>
          <a:solidFill>
            <a:srgbClr val="141E32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268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Yun Xing, Nhat Chung, Jie Zhang 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484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A*STAR CFAR / 新加坡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273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毕业院校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88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新加坡国立大学 / 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309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研究方向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多智能体系统、对抗攻击、自动驾驶安全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3528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论文链接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3672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00D4FF"/>
                </a:solidFill>
              </a:defRPr>
            </a:pPr>
            <a:r>
              <a:t>AAAI 2026 (已接受)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96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近两年代表论文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1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Physical Adversarial Attacks (CVPR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432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Multi-Agent Collaboration (NeurIPS 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4536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Autonomous Driving Safety (ICRA 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8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MAGIC: Mastering Physical Adversarial Generation through Collaborative LLM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648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多模态LLM协作生成物理对抗攻击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10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💡 核心创新点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1224000"/>
            <a:ext cx="597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334155"/>
                </a:solidFill>
              </a:defRPr>
            </a:pPr>
            <a:r>
              <a:t>提出MAGIC框架，利用多模态LLM协作生成针对自动驾驶的物理对抗攻击。该框架通过多个专业Agent协作：视觉分析Agent识别目标区域、攻击生成Agent创建对抗图案、评估Agent验证攻击有效性。实现了端到端的自动化对抗攻击生成，显著提升了攻击成功率和鲁棒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2232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📊 方法概述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0" y="2448000"/>
            <a:ext cx="5760000" cy="1008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52000" y="2736000"/>
            <a:ext cx="56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MAGIC架构：多模态LLM → 专业Agent分工协作 → 对抗攻击生成 → 自动驾驶场景验证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0" y="360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🤝 合作交流建议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0" y="3816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与自动驾驶公司合作，提升系统安全性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0" y="4068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探索在智能交通系统中的防御应用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000" y="4320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研究多Agent协作在其他安全领域的扩展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>
                    <a:lumMod val="40000"/>
                    <a:lumOff val="60000"/>
                  </a:srgbClr>
                </a:solidFill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936000"/>
            <a:ext cx="1008000" cy="1260000"/>
          </a:xfrm>
          <a:prstGeom prst="rect">
            <a:avLst/>
          </a:prstGeom>
          <a:solidFill>
            <a:srgbClr val="141E32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268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Virginia Dignum, Frank Dignum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484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Umeå University (瑞典于默奥大学)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273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毕业院校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88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Utrecht University 博士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309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研究方向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多智能体系统、AI治理、Agent理论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3528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论文链接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3672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00D4FF"/>
                </a:solidFill>
              </a:defRPr>
            </a:pPr>
            <a:r>
              <a:t>arxiv.org/abs/2511.17332</a:t>
            </a:r>
            <a:br/>
            <a:r>
              <a:t>(WMAC 2026 @ AAAI)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96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近两年代表论文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1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Responsible AI Systems (AI Journal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432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Multi-Agent Coordination (AAMAS 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4536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AI Governance Frameworks (JAIR 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8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Agentifying Agentic AI: From Autonomous to Interactive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648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从自主AI到真正具有交互能力的Agent系统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10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💡 核心创新点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1224000"/>
            <a:ext cx="597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334155"/>
                </a:solidFill>
              </a:defRPr>
            </a:pPr>
            <a:r>
              <a:t>论文论证了当前"Agentic AI"概念的本质缺陷：仅有自主性不足以构成真正的Agent。提出了Agent化(Agentification)的三个维度：认知能力(推理与规划)、协作能力(多Agent交互)、治理能力(规范与约束)。为LLM-based Agent系统提供了理论基础和架构指南。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2232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📊 方法概述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0" y="2448000"/>
            <a:ext cx="5760000" cy="1008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52000" y="2736000"/>
            <a:ext cx="56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Agent化框架：自主性 → 认知模型 → 协作机制 → 治理层 → 真正的Agent系统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0" y="360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🤝 合作交流建议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0" y="3816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与企业合作研究Agent系统治理框架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0" y="4068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探索在金融、医疗等高风险领域的应用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000" y="4320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开发Agent系统的评估与认证标准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>
                    <a:lumMod val="40000"/>
                    <a:lumOff val="60000"/>
                  </a:srgbClr>
                </a:solidFill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936000"/>
            <a:ext cx="1008000" cy="1260000"/>
          </a:xfrm>
          <a:prstGeom prst="rect">
            <a:avLst/>
          </a:prstGeom>
          <a:solidFill>
            <a:srgbClr val="141E32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268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研究团队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484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AAAI 2026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273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毕业院校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88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待补充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309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研究方向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多智能体系统、命名实体识别、低资源学习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3528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论文链接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3672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00D4FF"/>
                </a:solidFill>
              </a:defRPr>
            </a:pPr>
            <a:r>
              <a:t>arxiv.org/abs/2511.19083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96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近两年代表论文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1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Zero-shot NER (ACL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432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Knowledge Retrieval (EMNLP 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4536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Multi-Agent Learning (NeurIPS 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8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KDR-Agent: Multi-Agent Framework for Low-Resource In-Context 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648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知识检索与消歧的多Agent NER框架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10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💡 核心创新点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1224000"/>
            <a:ext cx="597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334155"/>
                </a:solidFill>
              </a:defRPr>
            </a:pPr>
            <a:r>
              <a:t>KDR-Agent框架针对低资源场景下的命名实体识别问题，设计了三个专业Agent：知识检索Agent从外部知识库获取相关信息、消歧Agent处理实体歧义、反思Agent优化最终结果。在10个跨领域数据集上显著超越现有方法。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2232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📊 方法概述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0" y="2448000"/>
            <a:ext cx="5760000" cy="1008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52000" y="2736000"/>
            <a:ext cx="56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KDR-Agent架构：输入文本 → 知识检索Agent → 消歧Agent → 反思Agent → 实体识别结果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0" y="360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🤝 合作交流建议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0" y="3816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与知识图谱团队合作，扩展领域覆盖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0" y="4068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探索在医疗、法律等专业领域的应用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000" y="4320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研究多Agent协作在其他NLP任务的迁移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>
                    <a:lumMod val="40000"/>
                    <a:lumOff val="60000"/>
                  </a:srgbClr>
                </a:solidFill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936000"/>
            <a:ext cx="1008000" cy="1260000"/>
          </a:xfrm>
          <a:prstGeom prst="rect">
            <a:avLst/>
          </a:prstGeom>
          <a:solidFill>
            <a:srgbClr val="141E32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268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研究团队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484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AAAI 2026 相关论文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273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毕业院校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88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待补充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309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研究方向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具身智能、视觉语言模型、强化学习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3528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论文链接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3672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00D4FF"/>
                </a:solidFill>
              </a:defRPr>
            </a:pPr>
            <a:r>
              <a:t>arxiv.org (AAAI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96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近两年代表论文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1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Embodied AI (CoRL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432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VLM for Robotics (ICRA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4536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Online RL (NeurIPS 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8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ERA: Transforming VLMs into Embodied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648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将视觉语言模型转化为具身智能Agent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10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💡 核心创新点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1224000"/>
            <a:ext cx="597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334155"/>
                </a:solidFill>
              </a:defRPr>
            </a:pPr>
            <a:r>
              <a:t>ERA框架通过两个阶段将视觉语言模型(VLM)转化为具身智能Agent：(1)具身先验学习，让VLM理解物理世界的规律和约束；(2)在线强化学习，在真实环境中持续优化策略。实现了从纯视觉语言理解到物理世界行动的跨越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2232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📊 方法概述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0" y="2448000"/>
            <a:ext cx="5760000" cy="1008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52000" y="2736000"/>
            <a:ext cx="56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ERA流程：VLM预训练 → 具身先验学习 → 在线RL微调 → 具身Agent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0" y="360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🤝 合作交流建议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0" y="3816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与机器人公司合作，部署实体机器人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0" y="4068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探索在家庭服务、工业生产中的应用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000" y="4320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研究具身Agent的安全性与可靠性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>
                    <a:lumMod val="40000"/>
                    <a:lumOff val="60000"/>
                  </a:srgbClr>
                </a:solidFill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936000"/>
            <a:ext cx="1008000" cy="1260000"/>
          </a:xfrm>
          <a:prstGeom prst="rect">
            <a:avLst/>
          </a:prstGeom>
          <a:solidFill>
            <a:srgbClr val="141E32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268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Jae Hee Lee, Anne Lauscher, Stefano V. Albrecht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484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University of Edinburgh / 爱丁堡大学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273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毕业院校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88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爱丁堡大学博士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309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研究方向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多智能体系统、可解释AI、AI伦理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3528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论文链接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3672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00D4FF"/>
                </a:solidFill>
              </a:defRPr>
            </a:pPr>
            <a:r>
              <a:t>arxiv.org (LaMAS 2026 @ AAAI)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96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近两年代表论文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1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Mechanistic Interpretability (ICLR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432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Multi-Agent Ethics (AAMAS 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4536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LLM Alignment (NeurIPS 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8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Towards Ethical Multi-Agent Systems of LLMs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648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LLM多智能体系统的伦理研究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10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💡 核心创新点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1224000"/>
            <a:ext cx="597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334155"/>
                </a:solidFill>
              </a:defRPr>
            </a:pPr>
            <a:r>
              <a:t>从机制可解释性角度研究LLM多智能体系统的伦理问题。提出了分析框架：(1)识别单个Agent的内部决策机制；(2)分析多Agent交互中涌现的伦理行为；(3)检测潜在的价值对齐漂移。为构建负责任的MAS提供了理论和工具支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2232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📊 方法概述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0" y="2448000"/>
            <a:ext cx="5760000" cy="1008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52000" y="2736000"/>
            <a:ext cx="56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伦理分析框架：单Agent机制 → 交互模式分析 → 涌现行为检测 → 伦理评估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0" y="360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🤝 合作交流建议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0" y="3816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与AI安全研究机构合作，开发评估工具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0" y="4068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探索在高风险决策系统中的应用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000" y="4320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研究多Agent系统的治理与监管框架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0" cy="514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2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>
                    <a:lumMod val="40000"/>
                    <a:lumOff val="60000"/>
                  </a:srgbClr>
                </a:solidFill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936000"/>
            <a:ext cx="1008000" cy="1260000"/>
          </a:xfrm>
          <a:prstGeom prst="rect">
            <a:avLst/>
          </a:prstGeom>
          <a:solidFill>
            <a:srgbClr val="141E32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268000"/>
            <a:ext cx="2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研究团队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484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AAAI 2026 相关论文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273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毕业院校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88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待补充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3096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研究方向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324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多智能体强化学习、测试时学习、协作推理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3528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论文链接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3672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00D4FF"/>
                </a:solidFill>
              </a:defRPr>
            </a:pPr>
            <a:r>
              <a:t>arxiv.org (AAAI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960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t>近两年代表论文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1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Test-Time Training (NeurIPS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432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Multi-Agent RL (ICML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4536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48B"/>
                </a:solidFill>
              </a:defRPr>
            </a:pPr>
            <a:r>
              <a:t>→ Collaborative Learning (ICLR 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88000"/>
            <a:ext cx="59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Collaborative Multi-Agent Test-Time Reinforcement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648000"/>
            <a:ext cx="59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协作式多Agent测试时强化学习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1008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💡 核心创新点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1224000"/>
            <a:ext cx="597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334155"/>
                </a:solidFill>
              </a:defRPr>
            </a:pPr>
            <a:r>
              <a:t>提出协作式多Agent测试时强化学习方法。多个Agent在推理阶段共享经验、协作优化，无需额外训练数据即可适应新任务。核心创新：(1)分布式经验池共享；(2)协作探索策略；(3)动态角色分配。显著提升了零样本和少样本场景下的性能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2232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📊 方法概述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0" y="2448000"/>
            <a:ext cx="5760000" cy="1008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52000" y="2736000"/>
            <a:ext cx="56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协作框架：多个Agent → 经验共享 → 协作探索 → 动态角色分配 → 联合优化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0" y="3600000"/>
            <a:ext cx="59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🤝 合作交流建议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0" y="3816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与游戏AI公司合作，应用于复杂策略游戏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0" y="4068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探索在分布式系统中的实际部署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000" y="4320000"/>
            <a:ext cx="597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51A03"/>
                </a:solidFill>
              </a:defRPr>
            </a:pPr>
            <a:r>
              <a:t>● 研究协作机制在边缘计算中的应用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